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1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1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4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2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0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1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7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7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olourful patterns on the sky">
            <a:extLst>
              <a:ext uri="{FF2B5EF4-FFF2-40B4-BE49-F238E27FC236}">
                <a16:creationId xmlns:a16="http://schemas.microsoft.com/office/drawing/2014/main" id="{AE62F7BF-5EA8-B44D-1DA6-690D531C8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BE141-B8E6-4B6C-71CF-F368C9FAB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GB" sz="4400" dirty="0"/>
              <a:t>Greedy algorithm</a:t>
            </a:r>
          </a:p>
        </p:txBody>
      </p:sp>
    </p:spTree>
    <p:extLst>
      <p:ext uri="{BB962C8B-B14F-4D97-AF65-F5344CB8AC3E}">
        <p14:creationId xmlns:p14="http://schemas.microsoft.com/office/powerpoint/2010/main" val="227842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1460-6321-19A2-9F2D-04D29467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Counting only in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DD446-6321-2882-F828-C812CE494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52" y="2578608"/>
            <a:ext cx="5179835" cy="3767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After resolving the first Task for computational methods, for the greedy algorithm I tried to check only distance in the matter.</a:t>
            </a:r>
          </a:p>
          <a:p>
            <a:pPr marL="0" indent="0">
              <a:buNone/>
            </a:pPr>
            <a:r>
              <a:rPr lang="en-GB" dirty="0"/>
              <a:t>Starting at ALPHA the cheapest next step would be BETA followed by GAMMA then DELTA and as last EPSILON.</a:t>
            </a:r>
          </a:p>
          <a:p>
            <a:pPr marL="0" indent="0">
              <a:buNone/>
            </a:pPr>
            <a:r>
              <a:rPr lang="en-GB" dirty="0"/>
              <a:t>This would show a completely different solution from the one we got during our brute force.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Greedy Algorithm from </a:t>
            </a:r>
            <a:r>
              <a:rPr lang="en-GB" dirty="0" err="1"/>
              <a:t>GeeksForGeeks</a:t>
            </a:r>
            <a:r>
              <a:rPr lang="en-GB" dirty="0"/>
              <a:t>(24</a:t>
            </a:r>
            <a:r>
              <a:rPr lang="en-GB" baseline="30000" dirty="0"/>
              <a:t>th</a:t>
            </a:r>
            <a:r>
              <a:rPr lang="en-GB" dirty="0"/>
              <a:t> November 2025)</a:t>
            </a:r>
          </a:p>
          <a:p>
            <a:pPr marL="0" indent="0">
              <a:buNone/>
            </a:pPr>
            <a:r>
              <a:rPr lang="en-GB" dirty="0"/>
              <a:t>https://www.geeksforgeeks.org/dsa/greedy-algorithms/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4D8D6B-2312-A5CB-D93F-D36F85A53B48}"/>
              </a:ext>
            </a:extLst>
          </p:cNvPr>
          <p:cNvSpPr/>
          <p:nvPr/>
        </p:nvSpPr>
        <p:spPr>
          <a:xfrm>
            <a:off x="1728216" y="4855464"/>
            <a:ext cx="932688" cy="94183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Epsilon 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2E2C81-9E8C-ACC0-031B-46EE8BC5EC83}"/>
              </a:ext>
            </a:extLst>
          </p:cNvPr>
          <p:cNvSpPr/>
          <p:nvPr/>
        </p:nvSpPr>
        <p:spPr>
          <a:xfrm>
            <a:off x="1088136" y="3645408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Alpha 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5CF19A-13B9-70AD-11B5-9C253EDFD10F}"/>
              </a:ext>
            </a:extLst>
          </p:cNvPr>
          <p:cNvSpPr/>
          <p:nvPr/>
        </p:nvSpPr>
        <p:spPr>
          <a:xfrm>
            <a:off x="2368296" y="2712720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Beta</a:t>
            </a:r>
          </a:p>
          <a:p>
            <a:pPr algn="ctr"/>
            <a:r>
              <a:rPr lang="en-GB" sz="1100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8F7AE8-028A-04DC-3F3D-FA560B49AD5E}"/>
              </a:ext>
            </a:extLst>
          </p:cNvPr>
          <p:cNvSpPr/>
          <p:nvPr/>
        </p:nvSpPr>
        <p:spPr>
          <a:xfrm>
            <a:off x="3008376" y="4855464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Delta</a:t>
            </a:r>
          </a:p>
          <a:p>
            <a:pPr algn="ctr"/>
            <a:r>
              <a:rPr lang="en-GB" sz="11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A80B4A-42DB-6FC0-87ED-659A9E5BABEF}"/>
              </a:ext>
            </a:extLst>
          </p:cNvPr>
          <p:cNvSpPr/>
          <p:nvPr/>
        </p:nvSpPr>
        <p:spPr>
          <a:xfrm>
            <a:off x="3648455" y="3645408"/>
            <a:ext cx="1066801" cy="9418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Gamma</a:t>
            </a:r>
          </a:p>
          <a:p>
            <a:pPr algn="ctr"/>
            <a:r>
              <a:rPr lang="en-GB" sz="1100" dirty="0"/>
              <a:t>70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B2192-BF76-B158-037A-F989B32FA280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1884235" y="3516624"/>
            <a:ext cx="620650" cy="266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00C7F6-056C-B19C-E60A-52D01AA3A062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3164395" y="3516624"/>
            <a:ext cx="640289" cy="266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A6B826-DA9B-6813-0A91-67F80FD2028E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3804475" y="4449312"/>
            <a:ext cx="209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B309EB-4D8A-360F-663F-CD7BB9ADB1C1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2660904" y="5326380"/>
            <a:ext cx="347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932683-0CD2-61F5-E956-63D1CFAFCB3B}"/>
              </a:ext>
            </a:extLst>
          </p:cNvPr>
          <p:cNvCxnSpPr>
            <a:stCxn id="5" idx="5"/>
            <a:endCxn id="4" idx="1"/>
          </p:cNvCxnSpPr>
          <p:nvPr/>
        </p:nvCxnSpPr>
        <p:spPr>
          <a:xfrm flipH="1">
            <a:off x="1864805" y="4449312"/>
            <a:ext cx="19430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C05783-331F-9FF0-43A1-4C4748EB8610}"/>
              </a:ext>
            </a:extLst>
          </p:cNvPr>
          <p:cNvCxnSpPr>
            <a:stCxn id="6" idx="4"/>
            <a:endCxn id="4" idx="0"/>
          </p:cNvCxnSpPr>
          <p:nvPr/>
        </p:nvCxnSpPr>
        <p:spPr>
          <a:xfrm flipH="1">
            <a:off x="2194560" y="3654552"/>
            <a:ext cx="640080" cy="120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0E0089-E346-7632-0FFB-7FE53C605CC8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2020824" y="4116324"/>
            <a:ext cx="1453896" cy="739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C82743-D1A4-8E40-8A16-C31DE0DA286B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2834640" y="3654552"/>
            <a:ext cx="640080" cy="120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3D37DB-F110-82BB-A668-75927E862386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2194560" y="4116324"/>
            <a:ext cx="1453895" cy="739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FA11BE-4987-CB03-A9FE-30EEE75B8265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2020824" y="4116324"/>
            <a:ext cx="16276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61F4261-AD7E-79AF-3961-7A246911921F}"/>
              </a:ext>
            </a:extLst>
          </p:cNvPr>
          <p:cNvSpPr txBox="1"/>
          <p:nvPr/>
        </p:nvSpPr>
        <p:spPr>
          <a:xfrm>
            <a:off x="1847089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3142EF-CD5A-0188-EAAA-93173D066164}"/>
              </a:ext>
            </a:extLst>
          </p:cNvPr>
          <p:cNvSpPr txBox="1"/>
          <p:nvPr/>
        </p:nvSpPr>
        <p:spPr>
          <a:xfrm>
            <a:off x="3381254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5F99D7-E463-1519-AD3E-36C5B1CDF170}"/>
              </a:ext>
            </a:extLst>
          </p:cNvPr>
          <p:cNvSpPr txBox="1"/>
          <p:nvPr/>
        </p:nvSpPr>
        <p:spPr>
          <a:xfrm>
            <a:off x="1449213" y="467284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2BE217-B469-900D-CC9F-E55FA476D68F}"/>
              </a:ext>
            </a:extLst>
          </p:cNvPr>
          <p:cNvSpPr txBox="1"/>
          <p:nvPr/>
        </p:nvSpPr>
        <p:spPr>
          <a:xfrm>
            <a:off x="2627707" y="533299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BE442-35D6-AE07-07F9-B409AE418B59}"/>
              </a:ext>
            </a:extLst>
          </p:cNvPr>
          <p:cNvSpPr txBox="1"/>
          <p:nvPr/>
        </p:nvSpPr>
        <p:spPr>
          <a:xfrm>
            <a:off x="3810849" y="4671319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7C6D7-0C08-D9A9-57FE-BAB4344EEEF4}"/>
              </a:ext>
            </a:extLst>
          </p:cNvPr>
          <p:cNvSpPr txBox="1"/>
          <p:nvPr/>
        </p:nvSpPr>
        <p:spPr>
          <a:xfrm>
            <a:off x="2107866" y="391046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9C225E-E58F-2971-1A99-DC1FC8946ADB}"/>
              </a:ext>
            </a:extLst>
          </p:cNvPr>
          <p:cNvSpPr txBox="1"/>
          <p:nvPr/>
        </p:nvSpPr>
        <p:spPr>
          <a:xfrm>
            <a:off x="2475253" y="3654692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DEAD12-7BB9-12A6-E64B-94243EA81C67}"/>
              </a:ext>
            </a:extLst>
          </p:cNvPr>
          <p:cNvSpPr txBox="1"/>
          <p:nvPr/>
        </p:nvSpPr>
        <p:spPr>
          <a:xfrm>
            <a:off x="2904754" y="3765804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477DB0-E9CC-6C14-8B29-C30F392F91B4}"/>
              </a:ext>
            </a:extLst>
          </p:cNvPr>
          <p:cNvSpPr txBox="1"/>
          <p:nvPr/>
        </p:nvSpPr>
        <p:spPr>
          <a:xfrm>
            <a:off x="2044846" y="4194826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9D7874-D177-92C1-59EF-5234475EECC7}"/>
              </a:ext>
            </a:extLst>
          </p:cNvPr>
          <p:cNvSpPr txBox="1"/>
          <p:nvPr/>
        </p:nvSpPr>
        <p:spPr>
          <a:xfrm>
            <a:off x="3364594" y="416661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65818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8823-8198-7625-2CD4-DAF51C5A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2687"/>
          </a:xfrm>
        </p:spPr>
        <p:txBody>
          <a:bodyPr/>
          <a:lstStyle/>
          <a:p>
            <a:r>
              <a:rPr lang="en-GB" dirty="0"/>
              <a:t>Counting only 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B8FE5-8331-A714-DA06-B78B3EF94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2" y="2578608"/>
            <a:ext cx="6094235" cy="3767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While if we do a weighted with greedy algorithm, it shows a completely different resolve from my last check using greedy algorithm.</a:t>
            </a:r>
          </a:p>
          <a:p>
            <a:pPr marL="0" indent="0">
              <a:buNone/>
            </a:pPr>
            <a:r>
              <a:rPr lang="en-GB" dirty="0"/>
              <a:t>Starting from ALPHA yet again, it will follow a route going through DELTA then EPSILON followed by BETA and in the end GAMMA. It’s still further away from the actual resolve of this Task.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Greedy Algorithm from </a:t>
            </a:r>
            <a:r>
              <a:rPr lang="en-GB" dirty="0" err="1"/>
              <a:t>GeeksForGeeks</a:t>
            </a:r>
            <a:r>
              <a:rPr lang="en-GB" dirty="0"/>
              <a:t>(24</a:t>
            </a:r>
            <a:r>
              <a:rPr lang="en-GB" baseline="30000" dirty="0"/>
              <a:t>th</a:t>
            </a:r>
            <a:r>
              <a:rPr lang="en-GB" dirty="0"/>
              <a:t> November 2025)</a:t>
            </a:r>
          </a:p>
          <a:p>
            <a:pPr marL="0" indent="0">
              <a:buNone/>
            </a:pPr>
            <a:r>
              <a:rPr lang="en-GB" dirty="0"/>
              <a:t>https://www.geeksforgeeks.org/dsa/greedy-algorithms/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F44885-A012-12CD-6E5D-3F0861D3E311}"/>
              </a:ext>
            </a:extLst>
          </p:cNvPr>
          <p:cNvSpPr/>
          <p:nvPr/>
        </p:nvSpPr>
        <p:spPr>
          <a:xfrm>
            <a:off x="1728216" y="4855464"/>
            <a:ext cx="932688" cy="94183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Epsilon 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78147A-EFE0-3CCC-3212-1019EFBC6176}"/>
              </a:ext>
            </a:extLst>
          </p:cNvPr>
          <p:cNvSpPr/>
          <p:nvPr/>
        </p:nvSpPr>
        <p:spPr>
          <a:xfrm>
            <a:off x="1088136" y="3645408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Alpha 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B95B51-8A33-E17B-D699-D5EBF4465C93}"/>
              </a:ext>
            </a:extLst>
          </p:cNvPr>
          <p:cNvSpPr/>
          <p:nvPr/>
        </p:nvSpPr>
        <p:spPr>
          <a:xfrm>
            <a:off x="2368296" y="2712720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Beta</a:t>
            </a:r>
          </a:p>
          <a:p>
            <a:pPr algn="ctr"/>
            <a:r>
              <a:rPr lang="en-GB" sz="1100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9FC485-1F2F-DE50-7CE4-4D8A1946C257}"/>
              </a:ext>
            </a:extLst>
          </p:cNvPr>
          <p:cNvSpPr/>
          <p:nvPr/>
        </p:nvSpPr>
        <p:spPr>
          <a:xfrm>
            <a:off x="3008376" y="4855464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Delta</a:t>
            </a:r>
          </a:p>
          <a:p>
            <a:pPr algn="ctr"/>
            <a:r>
              <a:rPr lang="en-GB" sz="11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183005-AAE9-FBBE-9CDD-A2E3A3450D6E}"/>
              </a:ext>
            </a:extLst>
          </p:cNvPr>
          <p:cNvSpPr/>
          <p:nvPr/>
        </p:nvSpPr>
        <p:spPr>
          <a:xfrm>
            <a:off x="3648455" y="3645408"/>
            <a:ext cx="1066801" cy="9418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Gamma</a:t>
            </a:r>
          </a:p>
          <a:p>
            <a:pPr algn="ctr"/>
            <a:r>
              <a:rPr lang="en-GB" sz="1100" dirty="0"/>
              <a:t>70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894767-675A-534F-B318-B352BA04EA30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1884235" y="3516624"/>
            <a:ext cx="620650" cy="266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3E102E-D590-3688-BBE6-93019767E87F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3164395" y="3516624"/>
            <a:ext cx="640289" cy="266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055554-E983-930B-8F3B-E0B2EF2E6DFB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3804475" y="4449312"/>
            <a:ext cx="209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03C1BF-484F-FC56-492A-5CA304D6DE28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2660904" y="5326380"/>
            <a:ext cx="347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1933BB-0FD6-4D0F-2574-7EFB903D7DE1}"/>
              </a:ext>
            </a:extLst>
          </p:cNvPr>
          <p:cNvCxnSpPr>
            <a:stCxn id="5" idx="5"/>
            <a:endCxn id="4" idx="1"/>
          </p:cNvCxnSpPr>
          <p:nvPr/>
        </p:nvCxnSpPr>
        <p:spPr>
          <a:xfrm flipH="1">
            <a:off x="1864805" y="4449312"/>
            <a:ext cx="19430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F53BE4-BAE4-C7A8-857D-55EB27006EE7}"/>
              </a:ext>
            </a:extLst>
          </p:cNvPr>
          <p:cNvCxnSpPr>
            <a:stCxn id="6" idx="4"/>
            <a:endCxn id="4" idx="0"/>
          </p:cNvCxnSpPr>
          <p:nvPr/>
        </p:nvCxnSpPr>
        <p:spPr>
          <a:xfrm flipH="1">
            <a:off x="2194560" y="3654552"/>
            <a:ext cx="640080" cy="120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0C65C5-6316-335D-E231-3E16CC138887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2020824" y="4116324"/>
            <a:ext cx="1453896" cy="739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CD2365-78AB-C17A-2135-9F41722E4623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2834640" y="3654552"/>
            <a:ext cx="640080" cy="120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0A6D19-A049-B3D3-18B7-54E23590F132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2194560" y="4116324"/>
            <a:ext cx="1453895" cy="739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F99B7B-D69B-4F33-666C-A91A703D1C74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2020824" y="4116324"/>
            <a:ext cx="16276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263C24-3ABD-95BF-40FC-B6101CAFA388}"/>
              </a:ext>
            </a:extLst>
          </p:cNvPr>
          <p:cNvSpPr txBox="1"/>
          <p:nvPr/>
        </p:nvSpPr>
        <p:spPr>
          <a:xfrm>
            <a:off x="1847089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14FFD-37EE-B03D-10AC-2526FFCDF914}"/>
              </a:ext>
            </a:extLst>
          </p:cNvPr>
          <p:cNvSpPr txBox="1"/>
          <p:nvPr/>
        </p:nvSpPr>
        <p:spPr>
          <a:xfrm>
            <a:off x="3381254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4B9C1-8071-A819-929D-77190BE3BF52}"/>
              </a:ext>
            </a:extLst>
          </p:cNvPr>
          <p:cNvSpPr txBox="1"/>
          <p:nvPr/>
        </p:nvSpPr>
        <p:spPr>
          <a:xfrm>
            <a:off x="1449213" y="467284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B9AEE1-9716-8211-C3C9-5D310F3FF927}"/>
              </a:ext>
            </a:extLst>
          </p:cNvPr>
          <p:cNvSpPr txBox="1"/>
          <p:nvPr/>
        </p:nvSpPr>
        <p:spPr>
          <a:xfrm>
            <a:off x="2627707" y="533299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DCD957-3745-853E-7169-44213F685505}"/>
              </a:ext>
            </a:extLst>
          </p:cNvPr>
          <p:cNvSpPr txBox="1"/>
          <p:nvPr/>
        </p:nvSpPr>
        <p:spPr>
          <a:xfrm>
            <a:off x="3810849" y="4671319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D404F0-417D-BCFA-E1AE-ACB63EF7F152}"/>
              </a:ext>
            </a:extLst>
          </p:cNvPr>
          <p:cNvSpPr txBox="1"/>
          <p:nvPr/>
        </p:nvSpPr>
        <p:spPr>
          <a:xfrm>
            <a:off x="2107866" y="391046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36061-CF65-C5DA-E66C-3015B900F037}"/>
              </a:ext>
            </a:extLst>
          </p:cNvPr>
          <p:cNvSpPr txBox="1"/>
          <p:nvPr/>
        </p:nvSpPr>
        <p:spPr>
          <a:xfrm>
            <a:off x="2475253" y="3654692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6CAB1-127F-019E-1B8E-0BE5117AB27F}"/>
              </a:ext>
            </a:extLst>
          </p:cNvPr>
          <p:cNvSpPr txBox="1"/>
          <p:nvPr/>
        </p:nvSpPr>
        <p:spPr>
          <a:xfrm>
            <a:off x="2904754" y="3765804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C3129-9DC5-70E8-8662-85139BC2A3C4}"/>
              </a:ext>
            </a:extLst>
          </p:cNvPr>
          <p:cNvSpPr txBox="1"/>
          <p:nvPr/>
        </p:nvSpPr>
        <p:spPr>
          <a:xfrm>
            <a:off x="2044846" y="4194826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27D216-CB76-2485-0141-6D66C7C7782F}"/>
              </a:ext>
            </a:extLst>
          </p:cNvPr>
          <p:cNvSpPr txBox="1"/>
          <p:nvPr/>
        </p:nvSpPr>
        <p:spPr>
          <a:xfrm>
            <a:off x="3364594" y="416661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2544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2637-259D-6E5C-6937-90C4A771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2687"/>
          </a:xfrm>
        </p:spPr>
        <p:txBody>
          <a:bodyPr/>
          <a:lstStyle/>
          <a:p>
            <a:r>
              <a:rPr lang="en-GB" dirty="0"/>
              <a:t>Counting only on fuel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CABA4-356F-FDE6-1FF2-A18C84333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610" y="2578608"/>
            <a:ext cx="6110277" cy="3767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Checking only through the fuel cost of the weight and distance. We would find again a different resolve maybe closer to the actual solution for the matter.</a:t>
            </a:r>
          </a:p>
          <a:p>
            <a:pPr marL="0" indent="0">
              <a:buNone/>
            </a:pPr>
            <a:r>
              <a:rPr lang="en-GB" dirty="0"/>
              <a:t>The formula to get that would be:</a:t>
            </a:r>
          </a:p>
          <a:p>
            <a:pPr marL="0" indent="0">
              <a:buNone/>
            </a:pPr>
            <a:r>
              <a:rPr lang="en-GB" dirty="0"/>
              <a:t>Current weight(add the weight of each planet after passing through it</a:t>
            </a:r>
            <a:r>
              <a:rPr lang="en-GB"/>
              <a:t>)* distance() </a:t>
            </a:r>
            <a:r>
              <a:rPr lang="en-GB" dirty="0"/>
              <a:t>* fuel cost(25)</a:t>
            </a:r>
          </a:p>
          <a:p>
            <a:pPr marL="0" indent="0">
              <a:buNone/>
            </a:pPr>
            <a:r>
              <a:rPr lang="en-GB" dirty="0"/>
              <a:t>It would go through all the options of starting point ALPHA.</a:t>
            </a:r>
          </a:p>
          <a:p>
            <a:pPr marL="0" indent="0">
              <a:buNone/>
            </a:pPr>
            <a:r>
              <a:rPr lang="en-GB" dirty="0"/>
              <a:t>And the result would be(ALPHA, DELTA,EPSILON,BETA and GAMMA) for a result of 69750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48ACAC-B3BC-0291-C7C1-14854120F73F}"/>
              </a:ext>
            </a:extLst>
          </p:cNvPr>
          <p:cNvSpPr/>
          <p:nvPr/>
        </p:nvSpPr>
        <p:spPr>
          <a:xfrm>
            <a:off x="1728216" y="4855464"/>
            <a:ext cx="932688" cy="94183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Epsilon 30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150C05-CCD5-064D-C650-60F906C7A58A}"/>
              </a:ext>
            </a:extLst>
          </p:cNvPr>
          <p:cNvSpPr/>
          <p:nvPr/>
        </p:nvSpPr>
        <p:spPr>
          <a:xfrm>
            <a:off x="1088136" y="3645408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Alpha 20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479B26-3E9B-6596-F958-B52A1D85C1A9}"/>
              </a:ext>
            </a:extLst>
          </p:cNvPr>
          <p:cNvSpPr/>
          <p:nvPr/>
        </p:nvSpPr>
        <p:spPr>
          <a:xfrm>
            <a:off x="2368296" y="2712720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Beta</a:t>
            </a:r>
          </a:p>
          <a:p>
            <a:pPr algn="ctr"/>
            <a:r>
              <a:rPr lang="en-GB" sz="1100" dirty="0"/>
              <a:t>40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A1B12-A970-20DC-D0DD-3DB624C82264}"/>
              </a:ext>
            </a:extLst>
          </p:cNvPr>
          <p:cNvSpPr/>
          <p:nvPr/>
        </p:nvSpPr>
        <p:spPr>
          <a:xfrm>
            <a:off x="3008376" y="4855464"/>
            <a:ext cx="932688" cy="9418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Delta</a:t>
            </a:r>
          </a:p>
          <a:p>
            <a:pPr algn="ctr"/>
            <a:r>
              <a:rPr lang="en-GB" sz="1100" dirty="0"/>
              <a:t>10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83BC0B-23B5-7378-9596-300C11CF247A}"/>
              </a:ext>
            </a:extLst>
          </p:cNvPr>
          <p:cNvSpPr/>
          <p:nvPr/>
        </p:nvSpPr>
        <p:spPr>
          <a:xfrm>
            <a:off x="3648455" y="3645408"/>
            <a:ext cx="1066801" cy="9418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Gamma</a:t>
            </a:r>
          </a:p>
          <a:p>
            <a:pPr algn="ctr"/>
            <a:r>
              <a:rPr lang="en-GB" sz="1100" dirty="0"/>
              <a:t>70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FA5E34-693E-13EF-FA81-39751684A864}"/>
              </a:ext>
            </a:extLst>
          </p:cNvPr>
          <p:cNvCxnSpPr>
            <a:stCxn id="6" idx="3"/>
            <a:endCxn id="5" idx="7"/>
          </p:cNvCxnSpPr>
          <p:nvPr/>
        </p:nvCxnSpPr>
        <p:spPr>
          <a:xfrm flipH="1">
            <a:off x="1884235" y="3516624"/>
            <a:ext cx="620650" cy="266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43C40D-F050-A74A-AE62-7CB9618CCCA3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>
            <a:off x="3164395" y="3516624"/>
            <a:ext cx="640289" cy="266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D2274C-EFFD-D575-031F-C202457EF9C0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>
          <a:xfrm flipH="1">
            <a:off x="3804475" y="4449312"/>
            <a:ext cx="209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F4C56A-15CF-60B5-B668-63329484C9A6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2660904" y="5326380"/>
            <a:ext cx="347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B3C2D8-07E0-BA56-F8EF-D7C6B924E38D}"/>
              </a:ext>
            </a:extLst>
          </p:cNvPr>
          <p:cNvCxnSpPr>
            <a:stCxn id="5" idx="5"/>
            <a:endCxn id="4" idx="1"/>
          </p:cNvCxnSpPr>
          <p:nvPr/>
        </p:nvCxnSpPr>
        <p:spPr>
          <a:xfrm flipH="1">
            <a:off x="1864805" y="4449312"/>
            <a:ext cx="19430" cy="544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6C523B-C391-B6C1-282E-DB464F97A937}"/>
              </a:ext>
            </a:extLst>
          </p:cNvPr>
          <p:cNvCxnSpPr>
            <a:stCxn id="6" idx="4"/>
            <a:endCxn id="4" idx="0"/>
          </p:cNvCxnSpPr>
          <p:nvPr/>
        </p:nvCxnSpPr>
        <p:spPr>
          <a:xfrm flipH="1">
            <a:off x="2194560" y="3654552"/>
            <a:ext cx="640080" cy="120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D1EFAE-E2FA-1FBD-4374-D71EBC44B0DA}"/>
              </a:ext>
            </a:extLst>
          </p:cNvPr>
          <p:cNvCxnSpPr>
            <a:cxnSpLocks/>
            <a:stCxn id="5" idx="6"/>
            <a:endCxn id="7" idx="0"/>
          </p:cNvCxnSpPr>
          <p:nvPr/>
        </p:nvCxnSpPr>
        <p:spPr>
          <a:xfrm>
            <a:off x="2020824" y="4116324"/>
            <a:ext cx="1453896" cy="739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C00310-FBC2-5806-F305-EC4FB4B6D7A9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2834640" y="3654552"/>
            <a:ext cx="640080" cy="120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648059-AA57-3666-72F2-4088CF86FC75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2194560" y="4116324"/>
            <a:ext cx="1453895" cy="739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FCF4AB-ABDA-C9D7-AEA3-C827611BD43F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2020824" y="4116324"/>
            <a:ext cx="16276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2DC95-9351-D083-E372-0317AAA98044}"/>
              </a:ext>
            </a:extLst>
          </p:cNvPr>
          <p:cNvSpPr txBox="1"/>
          <p:nvPr/>
        </p:nvSpPr>
        <p:spPr>
          <a:xfrm>
            <a:off x="1847089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072A5-DA03-D163-854B-BB69BFC67DDD}"/>
              </a:ext>
            </a:extLst>
          </p:cNvPr>
          <p:cNvSpPr txBox="1"/>
          <p:nvPr/>
        </p:nvSpPr>
        <p:spPr>
          <a:xfrm>
            <a:off x="3381254" y="3429000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255BC2-2BFF-FE07-F3F1-DCB4F299536A}"/>
              </a:ext>
            </a:extLst>
          </p:cNvPr>
          <p:cNvSpPr txBox="1"/>
          <p:nvPr/>
        </p:nvSpPr>
        <p:spPr>
          <a:xfrm>
            <a:off x="1449213" y="467284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E7D407-D01D-FEA0-6C07-FE10E04C8733}"/>
              </a:ext>
            </a:extLst>
          </p:cNvPr>
          <p:cNvSpPr txBox="1"/>
          <p:nvPr/>
        </p:nvSpPr>
        <p:spPr>
          <a:xfrm>
            <a:off x="2627707" y="5332993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616232-CA4F-8DD7-8F1F-57E40BD5DF24}"/>
              </a:ext>
            </a:extLst>
          </p:cNvPr>
          <p:cNvSpPr txBox="1"/>
          <p:nvPr/>
        </p:nvSpPr>
        <p:spPr>
          <a:xfrm>
            <a:off x="3810849" y="4671319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7ADD34-B09F-61CD-637E-010CB64A94F7}"/>
              </a:ext>
            </a:extLst>
          </p:cNvPr>
          <p:cNvSpPr txBox="1"/>
          <p:nvPr/>
        </p:nvSpPr>
        <p:spPr>
          <a:xfrm>
            <a:off x="2107866" y="391046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0774AD-877C-101E-97F0-39F84F292274}"/>
              </a:ext>
            </a:extLst>
          </p:cNvPr>
          <p:cNvSpPr txBox="1"/>
          <p:nvPr/>
        </p:nvSpPr>
        <p:spPr>
          <a:xfrm>
            <a:off x="2475253" y="3654692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2706A6-ED4A-9034-81DA-F9B6C47B8097}"/>
              </a:ext>
            </a:extLst>
          </p:cNvPr>
          <p:cNvSpPr txBox="1"/>
          <p:nvPr/>
        </p:nvSpPr>
        <p:spPr>
          <a:xfrm>
            <a:off x="2904754" y="3765804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592A81-9DA6-87B5-319E-DE182FD8473D}"/>
              </a:ext>
            </a:extLst>
          </p:cNvPr>
          <p:cNvSpPr txBox="1"/>
          <p:nvPr/>
        </p:nvSpPr>
        <p:spPr>
          <a:xfrm>
            <a:off x="2044846" y="4194826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377FC2-9A9D-807A-5027-18222F5C806F}"/>
              </a:ext>
            </a:extLst>
          </p:cNvPr>
          <p:cNvSpPr txBox="1"/>
          <p:nvPr/>
        </p:nvSpPr>
        <p:spPr>
          <a:xfrm>
            <a:off x="3364594" y="4166615"/>
            <a:ext cx="4067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00935961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329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GestaltVTI</vt:lpstr>
      <vt:lpstr>Greedy algorithm</vt:lpstr>
      <vt:lpstr>Counting only in distance</vt:lpstr>
      <vt:lpstr>Counting only weight</vt:lpstr>
      <vt:lpstr>Counting only on fuel cost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Emiljano Markja</dc:creator>
  <cp:lastModifiedBy>Emiljano Markja</cp:lastModifiedBy>
  <cp:revision>1</cp:revision>
  <dcterms:created xsi:type="dcterms:W3CDTF">2025-11-24T22:35:17Z</dcterms:created>
  <dcterms:modified xsi:type="dcterms:W3CDTF">2025-11-24T22:59:18Z</dcterms:modified>
</cp:coreProperties>
</file>